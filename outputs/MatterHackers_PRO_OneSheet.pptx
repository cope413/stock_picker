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468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786384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512064" y="1755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- PROFESSIONAL 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19933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“Performance when it counts.”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55080" y="566928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A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0236" y="672084"/>
            <a:ext cx="841248" cy="841248"/>
          </a:xfrm>
          <a:prstGeom prst="ellipse">
            <a:avLst/>
          </a:prstGeom>
          <a:solidFill>
            <a:srgbClr val="1F3A9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7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</a:t>
            </a:r>
            <a:endParaRPr lang="en-US" sz="977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977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87121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Professional-grade filament, engineered to perform.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3419856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PRO is our professional-grade line, engineered for work that has to perform. Every PRO filament is held to a tight +/-0.02mm diameter tolerance and rigorously tested for consistent, repeatable results - ideal for functional prototypes, manufacturing aids, and end-use parts. PRO spans precision staples alongside engineering-grade composites strong enough to replace machined metal, with country of origin clearly labeled on every SKU.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4805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636008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16152" y="446227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+/-0.02mm tolerance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16152" y="4754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Rigorously tested for consistent, repeatable results.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5084064"/>
            <a:ext cx="548640" cy="548640"/>
          </a:xfrm>
          <a:prstGeom prst="ellipse">
            <a:avLst/>
          </a:prstGeom>
          <a:solidFill>
            <a:srgbClr val="E07B2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23951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16152" y="506577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composites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216152" y="535838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NylonX, NylonG and NylonK for metal-replacing strength.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" y="5687568"/>
            <a:ext cx="548640" cy="548640"/>
          </a:xfrm>
          <a:prstGeom prst="ellipse">
            <a:avLst/>
          </a:prstGeom>
          <a:solidFill>
            <a:srgbClr val="1F3A9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843016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16152" y="566928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origin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216152" y="596188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SKU labeled; Made in USA badge on qualifying materials.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2920" y="63459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502920" y="6620256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02920" y="6620256"/>
            <a:ext cx="6071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1256386" y="6620256"/>
            <a:ext cx="1199693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256386" y="6620256"/>
            <a:ext cx="11996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Tough PLA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2602382" y="6620256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602382" y="6620256"/>
            <a:ext cx="6071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355848" y="6620256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355848" y="6620256"/>
            <a:ext cx="6071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109314" y="6620256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109314" y="6620256"/>
            <a:ext cx="7059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PETG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961534" y="6620256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961534" y="6620256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5912510" y="6620256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912510" y="6620256"/>
            <a:ext cx="6071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502920" y="7059168"/>
            <a:ext cx="903427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02920" y="7059168"/>
            <a:ext cx="9034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NylonX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1552651" y="7059168"/>
            <a:ext cx="903427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552651" y="7059168"/>
            <a:ext cx="9034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NylonG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2602382" y="7059168"/>
            <a:ext cx="903427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602382" y="7059168"/>
            <a:ext cx="9034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NylonK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502920" y="7589520"/>
            <a:ext cx="3246120" cy="1207008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53" name="Text 48"/>
          <p:cNvSpPr/>
          <p:nvPr/>
        </p:nvSpPr>
        <p:spPr>
          <a:xfrm>
            <a:off x="713232" y="77906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+/-0.02mm</a:t>
            </a:r>
            <a:endParaRPr lang="en-US" sz="2800" dirty="0"/>
          </a:p>
        </p:txBody>
      </p:sp>
      <p:sp>
        <p:nvSpPr>
          <p:cNvPr id="54" name="Text 49"/>
          <p:cNvSpPr/>
          <p:nvPr/>
        </p:nvSpPr>
        <p:spPr>
          <a:xfrm>
            <a:off x="713232" y="83393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diameter tolerance, rigorously tested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3977640" y="7589520"/>
            <a:ext cx="3291840" cy="1207008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206240" y="7726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4224528" y="79918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prototypes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aids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 parts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Metal-replacement parts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502920" y="8942832"/>
            <a:ext cx="6766560" cy="603504"/>
          </a:xfrm>
          <a:prstGeom prst="rect">
            <a:avLst/>
          </a:prstGeom>
          <a:solidFill>
            <a:srgbClr val="E7EBF0"/>
          </a:solidFill>
          <a:ln/>
        </p:spPr>
      </p:sp>
      <p:sp>
        <p:nvSpPr>
          <p:cNvPr id="59" name="Text 54"/>
          <p:cNvSpPr/>
          <p:nvPr/>
        </p:nvSpPr>
        <p:spPr>
          <a:xfrm>
            <a:off x="658368" y="90159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/ META DESCRIPTION</a:t>
            </a:r>
            <a:endParaRPr lang="en-US" sz="850" dirty="0"/>
          </a:p>
        </p:txBody>
      </p:sp>
      <p:sp>
        <p:nvSpPr>
          <p:cNvPr id="60" name="Text 55"/>
          <p:cNvSpPr/>
          <p:nvPr/>
        </p:nvSpPr>
        <p:spPr>
          <a:xfrm>
            <a:off x="658368" y="9198864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PRO is our professional-grade 3D printer filament: +/-0.02mm tolerance, engineering composites (NylonX/G/K), and clear origin labeling. Performance when it counts.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0" y="9692640"/>
            <a:ext cx="777240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2" name="Text 57"/>
          <p:cNvSpPr/>
          <p:nvPr/>
        </p:nvSpPr>
        <p:spPr>
          <a:xfrm>
            <a:off x="502920" y="9692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matterhackers.com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3657600" y="9692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PRO  ·  $$$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2026-06-29T17:49:59Z</dcterms:created>
  <dcterms:modified xsi:type="dcterms:W3CDTF">2026-06-29T17:49:59Z</dcterms:modified>
</cp:coreProperties>
</file>