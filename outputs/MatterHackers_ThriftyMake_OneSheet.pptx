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468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0"/>
            <a:ext cx="4572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786384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ThriftyMake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512064" y="1755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19933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“Quality that costs less.”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affordable filament in our catalog.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419856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ThriftyMake is the most affordable filament in our catalog - reliable, easy-to-print PLA+, ABS, and PETG at the lowest price per spool. It's made for makers who print constantly: prototypes, practice runs, jigs, and high-volume jobs where every dollar counts. You get dependable results and clean prints without paying for premium features you don't need.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63600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16152" y="446227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price per spool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16152" y="4754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cost-per-kilogram in the MatterHackers catalog.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5084064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23951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16152" y="506577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&amp; easy to print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216152" y="535838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Dependable results and clean prints, with no fuss.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" y="5687568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84301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16152" y="566928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volume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216152" y="59618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constant printing - prototypes, jigs, practice runs.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3459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02920" y="6620256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2920" y="6620256"/>
            <a:ext cx="7059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PLA+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1355141" y="6620256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355141" y="6620256"/>
            <a:ext cx="6071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2108606" y="6620256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108606" y="6620256"/>
            <a:ext cx="7059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02920" y="7589520"/>
            <a:ext cx="3246120" cy="1207008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713232" y="77906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price</a:t>
            </a:r>
            <a:endParaRPr lang="en-US" sz="2800" dirty="0"/>
          </a:p>
        </p:txBody>
      </p:sp>
      <p:sp>
        <p:nvSpPr>
          <p:cNvPr id="37" name="Text 32"/>
          <p:cNvSpPr/>
          <p:nvPr/>
        </p:nvSpPr>
        <p:spPr>
          <a:xfrm>
            <a:off x="713232" y="83393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entire MatterHackers catalog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977640" y="7589520"/>
            <a:ext cx="3291840" cy="1207008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206240" y="7726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4224528" y="79918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Hobbyists &amp; classrooms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printing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prototyping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practice prints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502920" y="8942832"/>
            <a:ext cx="6766560" cy="603504"/>
          </a:xfrm>
          <a:prstGeom prst="rect">
            <a:avLst/>
          </a:prstGeom>
          <a:solidFill>
            <a:srgbClr val="E7EBF0"/>
          </a:solidFill>
          <a:ln/>
        </p:spPr>
      </p:sp>
      <p:sp>
        <p:nvSpPr>
          <p:cNvPr id="42" name="Text 37"/>
          <p:cNvSpPr/>
          <p:nvPr/>
        </p:nvSpPr>
        <p:spPr>
          <a:xfrm>
            <a:off x="658368" y="90159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META DESCRIPTION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658368" y="9198864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ThriftyMake is our most affordable 3D printer filament - reliable PLA+, ABS, and PETG at the lowest price per spool. Quality that costs less.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0" y="9692640"/>
            <a:ext cx="777240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0"/>
          <p:cNvSpPr/>
          <p:nvPr/>
        </p:nvSpPr>
        <p:spPr>
          <a:xfrm>
            <a:off x="502920" y="9692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matterhackers.com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3657600" y="96926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ThriftyMake  ·  $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2026-06-29T17:49:59Z</dcterms:created>
  <dcterms:modified xsi:type="dcterms:W3CDTF">2026-06-29T17:49:59Z</dcterms:modified>
</cp:coreProperties>
</file>